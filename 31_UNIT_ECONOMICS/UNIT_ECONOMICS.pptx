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Item | Cloud (Annual) | Anticloud (One-time)</a:t>
            </a:r>
          </a:p>
          <a:p>
            <a:r>
              <a:rPr sz="1000">
                <a:solidFill>
                  <a:srgbClr val="222222"/>
                </a:solidFill>
              </a:rPr>
              <a:t>  AI inference API | $12,000–$120,000 | $0 (local PAX)</a:t>
            </a:r>
          </a:p>
          <a:p>
            <a:r>
              <a:rPr sz="1000">
                <a:solidFill>
                  <a:srgbClr val="222222"/>
                </a:solidFill>
              </a:rPr>
              <a:t>  Cloud hosting | $6,000–$60,000 | $0 (single binary)</a:t>
            </a:r>
          </a:p>
          <a:p>
            <a:r>
              <a:rPr sz="1000">
                <a:solidFill>
                  <a:srgbClr val="222222"/>
                </a:solidFill>
              </a:rPr>
              <a:t>  Data egress | $1,200–$12,000 | $0 (offline)</a:t>
            </a:r>
          </a:p>
          <a:p>
            <a:r>
              <a:rPr sz="1000">
                <a:solidFill>
                  <a:srgbClr val="222222"/>
                </a:solidFill>
              </a:rPr>
              <a:t>  Vendor lock-in risk | High | Zero</a:t>
            </a:r>
          </a:p>
          <a:p>
            <a:r>
              <a:rPr sz="1000">
                <a:solidFill>
                  <a:srgbClr val="222222"/>
                </a:solidFill>
              </a:rPr>
              <a:t>  Total Year 1 | $19,200–$192,000 | License fee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Single deployment license: contact lois@0-1.gg</a:t>
            </a:r>
          </a:p>
          <a:p>
            <a:r>
              <a:rPr sz="1000">
                <a:solidFill>
                  <a:srgbClr val="222222"/>
                </a:solidFill>
              </a:rPr>
              <a:t>- Enterprise: volume pricing available</a:t>
            </a:r>
          </a:p>
          <a:p>
            <a:r>
              <a:rPr sz="1000">
                <a:solidFill>
                  <a:srgbClr val="222222"/>
                </a:solidFill>
              </a:rPr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Break-even vs cloud in &lt; 3 months for typical ACADEMIA_RD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