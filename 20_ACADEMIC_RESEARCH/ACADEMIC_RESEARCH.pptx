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Company: Anticloud FZ LLE</a:t>
            </a:r>
          </a:p>
          <a:p>
            <a:r>
              <a:rPr sz="1000">
                <a:solidFill>
                  <a:srgbClr val="222222"/>
                </a:solidFill>
              </a:rPr>
              <a:t>Model: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Project: ALLENNLP | Category: ACADEMIA_RD</a:t>
            </a:r>
          </a:p>
          <a:p>
            <a:r>
              <a:rPr sz="1000">
                <a:solidFill>
                  <a:srgbClr val="222222"/>
                </a:solidFill>
              </a:rPr>
              <a:t>Upstream: https://github.com/allenai/allennlp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This document covers academic research for the Anticloud integration of ALLENNLP.</a:t>
            </a:r>
          </a:p>
          <a:p>
            <a:r>
              <a:rPr sz="1000">
                <a:solidFill>
                  <a:srgbClr val="222222"/>
                </a:solidFill>
              </a:rPr>
              <a:t>NLP research library for academic experiments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 is integrated into ALLENNLP to provide:</a:t>
            </a:r>
          </a:p>
          <a:p>
            <a:r>
              <a:rPr sz="1000">
                <a:solidFill>
                  <a:srgbClr val="222222"/>
                </a:solidFill>
              </a:rPr>
              <a:t>- Local AI inference with zero cloud dependency</a:t>
            </a:r>
          </a:p>
          <a:p>
            <a:r>
              <a:rPr sz="1000">
                <a:solidFill>
                  <a:srgbClr val="222222"/>
                </a:solidFill>
              </a:rPr>
              <a:t>- AIOSS tamper-evident audit chain</a:t>
            </a:r>
          </a:p>
          <a:p>
            <a:r>
              <a:rPr sz="1000">
                <a:solidFill>
                  <a:srgbClr val="222222"/>
                </a:solidFill>
              </a:rPr>
              <a:t>- AES-256 encryption at rest</a:t>
            </a:r>
          </a:p>
          <a:p>
            <a:r>
              <a:rPr sz="1000">
                <a:solidFill>
                  <a:srgbClr val="222222"/>
                </a:solidFill>
              </a:rPr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Lois-Kleinner Alpasan — CEO &amp; CTO, Anticloud FZ LLE</a:t>
            </a:r>
          </a:p>
          <a:p>
            <a:r>
              <a:rPr sz="1000">
                <a:solidFill>
                  <a:srgbClr val="222222"/>
                </a:solidFill>
              </a:rPr>
              <a:t>  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