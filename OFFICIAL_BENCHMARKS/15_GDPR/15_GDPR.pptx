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2026-10-02T09:24:43.133114Z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737cf00734344918c79f248859ac20089748a04b87946fc41ecbe1734c2e05cd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2026-10-02T09:24:43.133114Z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