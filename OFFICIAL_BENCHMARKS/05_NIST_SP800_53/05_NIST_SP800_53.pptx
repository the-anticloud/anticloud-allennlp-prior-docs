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2026-10-02T09:24:41.640996Z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b90f5d9e95062aebd04bd42f5a00f7718227af66c11cf0e3daeb2b55245ee631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2026-10-02T09:24:41.640996Z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