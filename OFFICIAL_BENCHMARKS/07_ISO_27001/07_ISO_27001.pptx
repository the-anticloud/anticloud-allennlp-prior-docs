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2026-10-02T09:24:42.028307Z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3f743d8349055aec8575f915b9672dad7a358171ef6b93b903a95a798bc1e41f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2026-10-02T09:24:42.028307Z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