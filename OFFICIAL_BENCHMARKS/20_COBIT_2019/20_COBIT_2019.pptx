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2026-10-02T09:24:43.848729Z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809840996827fcfceeddaed0b9021a9b0edbdebf26f590cf0c255120f7dd97ab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2026-10-02T09:24:43.848729Z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