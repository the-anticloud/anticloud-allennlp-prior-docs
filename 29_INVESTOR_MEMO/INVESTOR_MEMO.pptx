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ALLENNLP | Category: ACADEMIA_RD</a:t>
            </a:r>
          </a:p>
          <a:p>
            <a:r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NLP research library for academic experiments without data egress. Cloud-hosted alternatives leak data by architecture; Anticloud FZ LLE delivers ALLENNLP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ALLENNLP (https://github.com/allenai/allennlp, Apache 2.0)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ACADEMIA_RD;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